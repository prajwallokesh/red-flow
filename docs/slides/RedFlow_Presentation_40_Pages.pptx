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png"/>
          <p:cNvPicPr>
            <a:picLocks noChangeAspect="1" noMove="1" noResize="1" noRo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