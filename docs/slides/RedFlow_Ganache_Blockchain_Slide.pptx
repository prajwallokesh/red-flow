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flow_slide_bg_light_promi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Segoe UI"/>
              </a:defRPr>
            </a:pPr>
            <a:r>
              <a:t>BLOCKCHAIN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Segoe UI"/>
              </a:defRPr>
            </a:pPr>
            <a:r>
              <a:t>Ganache Local Testnet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Segoe UI"/>
              </a:defRPr>
            </a:pPr>
            <a:r>
              <a:t>High-Speed, Zero-Cost Ethereum Simulation for RedFlow Smart Contract 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1206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 b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B91C1C"/>
                </a:solidFill>
                <a:latin typeface="Segoe UI"/>
              </a:defRPr>
            </a:pPr>
            <a:r>
              <a:t>Local Private EVM Network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Runs an isolated Ethereum Virtual Machine on Chain ID 1337 (RPC: http://127.0.0.1:8545). Eliminates reliance on external internet connections and public testnet downtime.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51206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 b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B91C1C"/>
                </a:solidFill>
                <a:latin typeface="Segoe UI"/>
              </a:defRPr>
            </a:pPr>
            <a:r>
              <a:t>Zero-Cost &amp; Instant Mining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Contracts and state updates execute in milliseconds without spending real or faucet ETH. Allows rapid testing of donor verification and blood bag creation workflows.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37760"/>
            <a:ext cx="51206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 b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B91C1C"/>
                </a:solidFill>
                <a:latin typeface="Segoe UI"/>
              </a:defRPr>
            </a:pPr>
            <a:r>
              <a:t>100% EVM Compatibility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Executes identical Solidity 0.8.20 bytecode and Keccak-256 state hashing as Ethereum Mainnet. Enables seamless future migration to Sepolia or Polygon Layer 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120640" cy="20574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369A1"/>
                </a:solidFill>
                <a:latin typeface="Segoe UI"/>
              </a:defRPr>
            </a:pPr>
            <a:r>
              <a:t>Network Configuration Parameters</a:t>
            </a:r>
          </a:p>
          <a:p>
            <a:pPr>
              <a:spcAft>
                <a:spcPts val="200"/>
              </a:spcAft>
              <a:defRPr sz="1050">
                <a:solidFill>
                  <a:srgbClr val="1E3A8A"/>
                </a:solidFill>
                <a:latin typeface="Segoe UI"/>
              </a:defRPr>
            </a:pPr>
            <a:r>
              <a:t>• Network Architecture: Private Local Ethereum EVM (Ganache)</a:t>
            </a:r>
          </a:p>
          <a:p>
            <a:pPr>
              <a:spcAft>
                <a:spcPts val="200"/>
              </a:spcAft>
              <a:defRPr sz="1050">
                <a:solidFill>
                  <a:srgbClr val="1E3A8A"/>
                </a:solidFill>
                <a:latin typeface="Segoe UI"/>
              </a:defRPr>
            </a:pPr>
            <a:r>
              <a:t>• RPC Endpoint: http://127.0.0.1:8545 (or 7545)</a:t>
            </a:r>
          </a:p>
          <a:p>
            <a:pPr>
              <a:spcAft>
                <a:spcPts val="200"/>
              </a:spcAft>
              <a:defRPr sz="1050">
                <a:solidFill>
                  <a:srgbClr val="1E3A8A"/>
                </a:solidFill>
                <a:latin typeface="Segoe UI"/>
              </a:defRPr>
            </a:pPr>
            <a:r>
              <a:t>• Chain / Network ID: 1337 (EVM Compatible)</a:t>
            </a:r>
          </a:p>
          <a:p>
            <a:pPr>
              <a:spcAft>
                <a:spcPts val="200"/>
              </a:spcAft>
              <a:defRPr sz="1050">
                <a:solidFill>
                  <a:srgbClr val="1E3A8A"/>
                </a:solidFill>
                <a:latin typeface="Segoe UI"/>
              </a:defRPr>
            </a:pPr>
            <a:r>
              <a:t>• Smart Contract Address: 0xA990b5Fe5948cC41648eE4D8D26Ac5f5FE9557BE</a:t>
            </a:r>
          </a:p>
          <a:p>
            <a:pPr>
              <a:spcAft>
                <a:spcPts val="200"/>
              </a:spcAft>
              <a:defRPr sz="1050">
                <a:solidFill>
                  <a:srgbClr val="1E3A8A"/>
                </a:solidFill>
                <a:latin typeface="Segoe UI"/>
              </a:defRPr>
            </a:pPr>
            <a:r>
              <a:t>• Deployer / Admin Address: 0xA00D124986D984cA438f646903f3A3f485167154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60520"/>
            <a:ext cx="5120640" cy="20574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92400E"/>
                </a:solidFill>
                <a:latin typeface="Segoe UI"/>
              </a:defRPr>
            </a:pPr>
            <a:r>
              <a:t>Key Benefits in RedFlow Development</a:t>
            </a:r>
          </a:p>
          <a:p>
            <a:pPr>
              <a:spcAft>
                <a:spcPts val="200"/>
              </a:spcAft>
              <a:defRPr sz="1050">
                <a:solidFill>
                  <a:srgbClr val="78350F"/>
                </a:solidFill>
                <a:latin typeface="Segoe UI"/>
              </a:defRPr>
            </a:pPr>
            <a:r>
              <a:t>✓ Pre-Funded Accounts: 10 test accounts with 100 simulated ETH for admin operations.</a:t>
            </a:r>
          </a:p>
          <a:p>
            <a:pPr>
              <a:spcAft>
                <a:spcPts val="200"/>
              </a:spcAft>
              <a:defRPr sz="1050">
                <a:solidFill>
                  <a:srgbClr val="78350F"/>
                </a:solidFill>
                <a:latin typeface="Segoe UI"/>
              </a:defRPr>
            </a:pPr>
            <a:r>
              <a:t>✓ Zero Gas Costs: No expenditure required during repetitive donor verification tests.</a:t>
            </a:r>
          </a:p>
          <a:p>
            <a:pPr>
              <a:spcAft>
                <a:spcPts val="200"/>
              </a:spcAft>
              <a:defRPr sz="1050">
                <a:solidFill>
                  <a:srgbClr val="78350F"/>
                </a:solidFill>
                <a:latin typeface="Segoe UI"/>
              </a:defRPr>
            </a:pPr>
            <a:r>
              <a:t>✓ Instant Feedback: Block confirmation under 100ms enables live web app interactions.</a:t>
            </a:r>
          </a:p>
          <a:p>
            <a:pPr>
              <a:spcAft>
                <a:spcPts val="200"/>
              </a:spcAft>
              <a:defRPr sz="1050">
                <a:solidFill>
                  <a:srgbClr val="78350F"/>
                </a:solidFill>
                <a:latin typeface="Segoe UI"/>
              </a:defRPr>
            </a:pPr>
            <a:r>
              <a:t>✓ Deterministic Keypairs: Persistent test accounts simplify backend automated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